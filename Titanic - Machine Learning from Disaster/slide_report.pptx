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879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380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Akama Asumi</cp:lastModifiedBy>
  <cp:revision>3</cp:revision>
  <dcterms:created xsi:type="dcterms:W3CDTF">2025-10-10T09:23:19Z</dcterms:created>
  <dcterms:modified xsi:type="dcterms:W3CDTF">2025-10-25T13:03:27Z</dcterms:modified>
</cp:coreProperties>
</file>